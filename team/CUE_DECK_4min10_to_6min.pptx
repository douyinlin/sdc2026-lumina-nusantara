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DATA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TECH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submission/SDC2026_LuminaNusantara_TechDeclaration.pd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submission/REPLIT%20PROOF%20OF%20USE.pdf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SDG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COURSES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VALIDATION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Where the data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Data sources explained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What the program does, what the AI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How the score is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Where AI actually helped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Technical Declaration, 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Replit and RunPod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Replit proof of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SDG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SDG mapping and why 4.4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What we tested,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The course catalogue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Limits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What was tested, what was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