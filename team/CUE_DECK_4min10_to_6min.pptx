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DATA.md" TargetMode="External"/><Relationship Id="rId3" Type="http://schemas.openxmlformats.org/officeDocument/2006/relationships/hyperlink" Target="https://github.com/douyinlin/sdc2026-lumina-nusantara/blob/main/docs/DATA.md#1-dosm--advertised-vacancies-by-occupati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TECH.md" TargetMode="External"/><Relationship Id="rId3" Type="http://schemas.openxmlformats.org/officeDocument/2006/relationships/hyperlink" Target="https://github.com/douyinlin/sdc2026-lumina-nusantara/blob/main/docs/TECH.md#what-the-program-does-and-what-the-ai-doe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REPLIT%20PROOF%20OF%20USE.pdf" TargetMode="External"/><Relationship Id="rId3" Type="http://schemas.openxmlformats.org/officeDocument/2006/relationships/hyperlink" Target="https://github.com/douyinlin/sdc2026-lumina-nusantara/blob/main/docs/TECH.md#what-is-deliberately-not-her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#sdg-mapping" TargetMode="External"/><Relationship Id="rId3" Type="http://schemas.openxmlformats.org/officeDocument/2006/relationships/hyperlink" Target="https://github.com/douyinlin/sdc2026-lumina-nusantara/blob/main/data/skills_sdg.js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#what-was-tested" TargetMode="External"/><Relationship Id="rId3" Type="http://schemas.openxmlformats.org/officeDocument/2006/relationships/hyperlink" Target="https://github.com/douyinlin/sdc2026-lumina-nusantara/blob/main/data/courses.js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#known-limits" TargetMode="External"/><Relationship Id="rId3" Type="http://schemas.openxmlformats.org/officeDocument/2006/relationships/hyperlink" Target="https://github.com/douyinlin/sdc2026-lumina-nusantara/blob/main/submission/SDC2026_LuminaNusantara_SlideDeck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Data sources explained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The DOSM figures, row by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the program does, what the AI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How the score is built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AI tools used in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AI actually helped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Validation and test evidence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Technical Declaration, 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Replit and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Replit proof of use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Technical Declaration,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SDG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SDG mapping and what it means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The 54-skill crosswalk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we tested,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What was tested, what was not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The course catalogue, all 54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Known limits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Roadmap in the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