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README.md" TargetMode="External"/><Relationship Id="rId3" Type="http://schemas.openxmlformats.org/officeDocument/2006/relationships/hyperlink" Target="https://github.com/douyinlin/sdc2026-lumina-nusantara/blob/main/data/trends/dosm_q2_2026.json" TargetMode="External"/><Relationship Id="rId4" Type="http://schemas.openxmlformats.org/officeDocument/2006/relationships/hyperlink" Target="https://github.com/douyinlin/sdc2026-lumina-nusantara/blob/main/data/trends/wef_future_jobs_2025.jso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src/utils.py" TargetMode="External"/><Relationship Id="rId3" Type="http://schemas.openxmlformats.org/officeDocument/2006/relationships/hyperlink" Target="https://github.com/douyinlin/sdc2026-lumina-nusantara/blob/main/src/cv.py" TargetMode="External"/><Relationship Id="rId4" Type="http://schemas.openxmlformats.org/officeDocument/2006/relationships/hyperlink" Target="https://github.com/douyinlin/sdc2026-lumina-nusantara/blob/main/src/trends.p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tree/main/tests" TargetMode="External"/><Relationship Id="rId3" Type="http://schemas.openxmlformats.org/officeDocument/2006/relationships/hyperlink" Target="https://github.com/douyinlin/sdc2026-lumina-nusantara/blob/main/submission/SDC2026_LuminaNusantara_TechDeclaratio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submission/REPLIT%20PROOF%20OF%20USE.pdf" TargetMode="External"/><Relationship Id="rId3" Type="http://schemas.openxmlformats.org/officeDocument/2006/relationships/hyperlink" Target="https://github.com/douyinlin/sdc2026-lumina-nusantara/blob/main/submission/SDC2026_LuminaNusantara_TechDeclaration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ata/skills_sdg.json" TargetMode="External"/><Relationship Id="rId3" Type="http://schemas.openxmlformats.org/officeDocument/2006/relationships/hyperlink" Target="https://github.com/douyinlin/sdc2026-lumina-nusantara/blob/main/README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ata/courses.json" TargetMode="External"/><Relationship Id="rId3" Type="http://schemas.openxmlformats.org/officeDocument/2006/relationships/hyperlink" Target="https://github.com/douyinlin/sdc2026-lumina-nusantara/blob/main/data/sample_cv.tx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README.md" TargetMode="External"/><Relationship Id="rId3" Type="http://schemas.openxmlformats.org/officeDocument/2006/relationships/hyperlink" Target="https://github.com/douyinlin/sdc2026-lumina-nusantara/blob/main/submission/SDC2026_LuminaNusantara_SlideDeck.ppt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Where the data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2"/>
              </a:rPr>
              <a:t>README - data sources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3"/>
              </a:rPr>
              <a:t>dosm_q2_2026.json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4"/>
              </a:rPr>
              <a:t>wef_future_jobs_2025.json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What the program does, what the AI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2"/>
              </a:rPr>
              <a:t>src/utils.py - scoring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3"/>
              </a:rPr>
              <a:t>src/cv.py - parsing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4"/>
              </a:rPr>
              <a:t>src/trends.py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Where AI actually helped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2"/>
              </a:rPr>
              <a:t>tests folder (54 tests)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3"/>
              </a:rPr>
              <a:t>Technical Declaration 4.3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Replit and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2"/>
              </a:rPr>
              <a:t>REPLIT PROOF OF USE.pdf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3"/>
              </a:rPr>
              <a:t>Technical Declaration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SDG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2"/>
              </a:rPr>
              <a:t>data/skills_sdg.json - 54 skills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3"/>
              </a:rPr>
              <a:t>README - SDG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What we tested,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2"/>
              </a:rPr>
              <a:t>data/courses.json - 60 links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3"/>
              </a:rPr>
              <a:t>data/sample_cv.txt - synthetic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2"/>
              </a:rPr>
              <a:t>README - known limitations</a:t>
            </a:r>
          </a:p>
          <a:p>
            <a:pPr>
              <a:spcAft>
                <a:spcPts val="1600"/>
              </a:spcAft>
            </a:pPr>
            <a:r>
              <a:rPr sz="2200" u="sng">
                <a:solidFill>
                  <a:srgbClr val="2F5B8A"/>
                </a:solidFill>
                <a:latin typeface="Arial"/>
                <a:hlinkClick r:id="rId3"/>
              </a:rPr>
              <a:t>Slide deck -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