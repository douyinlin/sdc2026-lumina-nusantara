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DATA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TECH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VALIDATION.md" TargetMode="External"/><Relationship Id="rId3" Type="http://schemas.openxmlformats.org/officeDocument/2006/relationships/hyperlink" Target="https://github.com/douyinlin/sdc2026-lumina-nusantara/blob/main/submission/SDC2026_LuminaNusantara_TechDeclaration.pd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submission/REPLIT%20PROOF%20OF%20USE.pdf" TargetMode="External"/><Relationship Id="rId3" Type="http://schemas.openxmlformats.org/officeDocument/2006/relationships/hyperlink" Target="https://github.com/douyinlin/sdc2026-lumina-nusantara/blob/main/submission/SDC2026_LuminaNusantara_TechDeclaration.pdf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SDG.md" TargetMode="External"/><Relationship Id="rId3" Type="http://schemas.openxmlformats.org/officeDocument/2006/relationships/hyperlink" Target="https://github.com/douyinlin/sdc2026-lumina-nusantara/blob/main/data/skills_sdg.js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VALIDATION.md" TargetMode="External"/><Relationship Id="rId3" Type="http://schemas.openxmlformats.org/officeDocument/2006/relationships/hyperlink" Target="https://github.com/douyinlin/sdc2026-lumina-nusantara/blob/main/data/courses.js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ocs/VALIDATION.md" TargetMode="External"/><Relationship Id="rId3" Type="http://schemas.openxmlformats.org/officeDocument/2006/relationships/hyperlink" Target="https://github.com/douyinlin/sdc2026-lumina-nusantara/blob/main/submission/SDC2026_LuminaNusantara_SlideDeck.ppt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Where the data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Data sources explained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What the program does, what the AI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How the score is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Where AI actually helped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Validation and test evidence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Technical Declaration, 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Replit and RunPod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Replit proof of use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Technical Declaration, 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SDG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SDG mapping and why 4.4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The 54-skill crosswalk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What we tested,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What was tested, what was not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The course catalogue, all 54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3F4A26"/>
                </a:solidFill>
                <a:latin typeface="Arial"/>
              </a:rPr>
              <a:t>Limits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2"/>
              </a:rPr>
              <a:t>Known limits</a:t>
            </a:r>
          </a:p>
          <a:p>
            <a:pPr>
              <a:spcAft>
                <a:spcPts val="1800"/>
              </a:spcAft>
            </a:pPr>
            <a:r>
              <a:rPr sz="2400" u="sng">
                <a:solidFill>
                  <a:srgbClr val="2F5B8A"/>
                </a:solidFill>
                <a:latin typeface="Arial"/>
                <a:hlinkClick r:id="rId3"/>
              </a:rPr>
              <a:t>Roadmap in the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